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A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28A95">
              <a:alpha val="35000"/>
            </a:srgbClr>
          </a:solidFill>
          <a:ln w="12700">
            <a:solidFill>
              <a:srgbClr val="128A95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A6470">
              <a:alpha val="50000"/>
            </a:srgbClr>
          </a:solidFill>
          <a:ln w="12700">
            <a:solidFill>
              <a:srgbClr val="0A647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A6470"/>
          </a:solidFill>
          <a:ln w="12700">
            <a:solidFill>
              <a:srgbClr val="0A6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荣科 AI 健康管理平台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2E8EC"/>
                </a:solidFill>
              </a:rPr>
              <a:t>功能架构设计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462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2E8EC"/>
                </a:solidFill>
              </a:rPr>
              <a:t>v1.0  ·  2026.04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患者小程序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280720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594360"/>
            <a:ext cx="2807208" cy="310896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9436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入组与档案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923544"/>
            <a:ext cx="2587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引导建档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健康档案查看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分层结果展示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入组确认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7248" y="594360"/>
            <a:ext cx="280720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594360"/>
            <a:ext cx="2807208" cy="310896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59436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康复团队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36976" y="923544"/>
            <a:ext cx="2587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团队成员介绍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服务档次选择（陪伴/管家/守护版）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管理路径查看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0176" y="594360"/>
            <a:ext cx="280720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0176" y="594360"/>
            <a:ext cx="2807208" cy="310896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59436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日常随访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9904" y="923544"/>
            <a:ext cx="2587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每日任务打卡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症状上报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饮食记录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用药提醒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280720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61488"/>
            <a:ext cx="2807208" cy="310896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6148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AI助手对话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090672"/>
            <a:ext cx="2587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小荣对话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问题解答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异常预警提示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激励反馈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27248" y="2761488"/>
            <a:ext cx="280720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27248" y="2761488"/>
            <a:ext cx="2807208" cy="310896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276148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数字分身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36976" y="3090672"/>
            <a:ext cx="2587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健康评分环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阶段达成徽章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周期健康报告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0176" y="2761488"/>
            <a:ext cx="280720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0176" y="2761488"/>
            <a:ext cx="2807208" cy="310896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0176" y="276148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咨询与服务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9904" y="3090672"/>
            <a:ext cx="2587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图文咨询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付费套餐升级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消息通知设置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家属小程序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166420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594360"/>
            <a:ext cx="1664208" cy="31089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943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绑定与关联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923544"/>
            <a:ext cx="1444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扫码绑定患者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关系认证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07108" y="594360"/>
            <a:ext cx="166420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07108" y="594360"/>
            <a:ext cx="1664208" cy="31089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7108" y="5943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每日健康摘要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16836" y="923544"/>
            <a:ext cx="1444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患者今日状态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任务完成情况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医护动态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9896" y="594360"/>
            <a:ext cx="166420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9896" y="594360"/>
            <a:ext cx="1664208" cy="31089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5943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异常预警通知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9624" y="923544"/>
            <a:ext cx="1444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症状异常推送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医生处置通知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2684" y="594360"/>
            <a:ext cx="166420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2684" y="594360"/>
            <a:ext cx="1664208" cy="31089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2684" y="5943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护理指导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82412" y="923544"/>
            <a:ext cx="1444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居家照护建议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饮食食谱参考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常见问题解答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05472" y="594360"/>
            <a:ext cx="166420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05472" y="594360"/>
            <a:ext cx="1664208" cy="31089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5943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家属助理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923544"/>
            <a:ext cx="1444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AI对话答疑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心理支持内容推送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医护健康工作台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329184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94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医生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987552"/>
            <a:ext cx="3291840" cy="94983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87552"/>
            <a:ext cx="329184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875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患者管理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316736"/>
            <a:ext cx="3072384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分层审核确认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异常患者预警处理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001393"/>
            <a:ext cx="3291840" cy="94983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01393"/>
            <a:ext cx="329184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01393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方案管理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330577"/>
            <a:ext cx="3072384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随访计划制定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服务路径调整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15234"/>
            <a:ext cx="3291840" cy="94983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5234"/>
            <a:ext cx="329184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1523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诊疗协作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344418"/>
            <a:ext cx="3072384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图文回复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医嘱下发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会诊协作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29075"/>
            <a:ext cx="3291840" cy="94983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29075"/>
            <a:ext cx="329184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29075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数据看板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4358259"/>
            <a:ext cx="3072384" cy="58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管辖患者健康趋势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出院后转归分析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594360"/>
            <a:ext cx="27432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594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个案管理师 / 健康管理师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987552"/>
            <a:ext cx="2743200" cy="1287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0" y="987552"/>
            <a:ext cx="274320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987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随访执行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67328" y="1316736"/>
            <a:ext cx="2523744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任务执行跟进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异常上报处理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0" y="2339340"/>
            <a:ext cx="2743200" cy="1287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0" y="2339340"/>
            <a:ext cx="274320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23393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患者沟通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67328" y="2668524"/>
            <a:ext cx="2523744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消息回复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通话记录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沟通备注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0" y="3691128"/>
            <a:ext cx="2743200" cy="1287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0" y="3691128"/>
            <a:ext cx="274320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691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计划调整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67328" y="4020312"/>
            <a:ext cx="2523744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服务方案微调建议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节点达成确认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594360"/>
            <a:ext cx="2377440" cy="32918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94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共用功能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987552"/>
            <a:ext cx="2377440" cy="19636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92240" y="987552"/>
            <a:ext cx="2377440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9875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患者列表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01968" y="1316736"/>
            <a:ext cx="2157984" cy="159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患者列表（含搜索/筛选/标签）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92240" y="3015234"/>
            <a:ext cx="2377440" cy="19636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92240" y="3015234"/>
            <a:ext cx="2377440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01523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工作中心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01968" y="3344418"/>
            <a:ext cx="2157984" cy="159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消息中心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日历视图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工作量统计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运营管理后台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42519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594360"/>
            <a:ext cx="4251960" cy="3108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943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与业务配置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923544"/>
            <a:ext cx="40325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病种技能包管理（Disease Skill）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分层规则配置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服务套餐设置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推送规则配置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594360"/>
            <a:ext cx="42519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594360"/>
            <a:ext cx="4251960" cy="3108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5943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Agent 管理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27448" y="923544"/>
            <a:ext cx="40325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Agent版本管理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提示词调试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输出质量监控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70632"/>
            <a:ext cx="42519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70632"/>
            <a:ext cx="4251960" cy="3108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706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数据与运营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099816"/>
            <a:ext cx="40325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患者全生命周期漏斗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服务完成率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AI干预效果分析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付费转化数据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770632"/>
            <a:ext cx="42519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770632"/>
            <a:ext cx="4251960" cy="3108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7706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系统管理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27448" y="3099816"/>
            <a:ext cx="40325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账号与权限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医院/科室管理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审计日志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合规脱敏配置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底层平台能力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12064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1264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612648"/>
            <a:ext cx="64008" cy="676656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612648"/>
            <a:ext cx="1664208" cy="676656"/>
          </a:xfrm>
          <a:prstGeom prst="rect">
            <a:avLst/>
          </a:prstGeom>
          <a:solidFill>
            <a:srgbClr val="0D7A85"/>
          </a:solidFill>
          <a:ln w="12700">
            <a:solidFill>
              <a:srgbClr val="0D7A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612648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Agent 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1408" y="612648"/>
            <a:ext cx="6629400" cy="676656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用户分层Agent、方案生成Agent、任务调度Agent、优化建议Agent（LangGraph 编排）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53312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353312"/>
            <a:ext cx="64008" cy="67665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" y="1353312"/>
            <a:ext cx="1664208" cy="67665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1353312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知识库与 RAG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1353312"/>
            <a:ext cx="6629400" cy="676656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病种医学知识库、文献检索增强、BGE-M3 中文向量检索、Milvus 向量数据库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09397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093976"/>
            <a:ext cx="64008" cy="6766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2093976"/>
            <a:ext cx="1664208" cy="6766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093976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消息推送引擎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21408" y="2093976"/>
            <a:ext cx="6629400" cy="676656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微信服务号/小程序模板消息、Celery 定时任务调度、Redis 消息队列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34640"/>
            <a:ext cx="64008" cy="6766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" y="2834640"/>
            <a:ext cx="1664208" cy="6766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2834640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数据存储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21408" y="2834640"/>
            <a:ext cx="6629400" cy="676656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PostgreSQL（结构化 + JSONB）+ Milvus（向量）+ Redis（缓存/队列）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7530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575304"/>
            <a:ext cx="64008" cy="67665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" y="3575304"/>
            <a:ext cx="1664208" cy="67665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575304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安全合规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21408" y="3575304"/>
            <a:ext cx="6629400" cy="676656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等保 2.0 三级、数据脱敏、境外 LLM 调用隔离、审计日志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Rongke AI Health Management Platform Architecture</dc:title>
  <dc:subject>PptxGenJS Presentation</dc:subject>
  <dc:creator>PptxGenJS</dc:creator>
  <cp:lastModifiedBy>PptxGenJS</cp:lastModifiedBy>
  <cp:revision>1</cp:revision>
  <dcterms:created xsi:type="dcterms:W3CDTF">2026-04-21T15:08:33Z</dcterms:created>
  <dcterms:modified xsi:type="dcterms:W3CDTF">2026-04-21T15:08:33Z</dcterms:modified>
</cp:coreProperties>
</file>